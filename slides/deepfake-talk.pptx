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FXなどの金融口座の開設は、いまはスマホだけで本人確認が終わる『電子身分証明（eKYC）』が当たり前になりました。ところが最近、その顔認証を、ディープフェイクの顔でくぐり抜けようとするケースが増えてきています。私たちは毎日、その攻防の現場にいます」。※eKYC突破の試行増加は本人確認ベンダー各社の公開レポートにある業界公知の動向。自社の具体事例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先にお約束します——今日は、何も売りません。怖い話もしますが、このMTGの目的は一つ。近い未来に訪れる『AI詐欺』から身を守る方法を、持って帰っていただくことです」。※「売らない」を先に外すと以降の統計・実演が素直に入る（専門性×誠実さの信頼設計）。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この商売、200年前からあります。手口を一言でいうと——『囚われたお金持ちを助けてくれたら、財産を分けます』。19世紀、欧米の資産家のもとに、スペインから一通の手紙が届きます。『私は、無実の罪でスペインの牢獄に囚われた、さる高貴なお方の代理人です。あの方は莫大な財産を隠していますが、正体を明かせば命が危ない。看守に渡すお金を立て替えていただければ、釈放の暁には財産の3分の1を差し上げます』——のちに『スペインの囚人』と呼ばれた、有名な手紙詐欺です。お金を送ると、どうなるか。囚人は、出てきません。『手続きに新たな問題が起きた』と、追加の請求が届くんです。何度でも。1898年のニューヨーク・タイムズに『蘇った古い詐欺』という記事が残っています。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」。※「誰にも言うな」は結論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大人数に同じ嘘をばらまくのは安い。少人数に専用の嘘を作るのは高い——この経済学が、詐欺の形を200年決めてきました。ところがAIは、その高かった部分——相手を調べる、本物らしい文章や声をつくる、うまく応対する——を丸ごと肩代わりします。一人あたりの手間がほぼゼロになると、“オーダーメイドの詐欺”を何万人にも同時に仕掛けられる。ばらまきの安さで、狙い撃ちの精度が手に入るんです。公開情報・資産・肩書き・家族構成が外から見える人ほど、狙う価値が出ます。見え透いた嘘は、もう来ません。あなたに合わせた、賢い嘘が来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る。「香港の、ある会社の経理担当者の話です。本社の財務責任者から『極秘の買収案件だ。誰にも言わず送金の準備をしてほしい』というメールが来て、彼は疑った。当然です、プロですから。ところが確認のために呼ばれたビデオ会議に入ると、画面の向こうにはその財務責任者がいて、よく知る同僚たちもいた。顔も声もいつも通り。彼は15回に分けて送金しました。——会議にいた人間は、本人以外、全員ニセモノでした。被害は約38億円」 一拍おく。「騙されたのは、うっかり者ではありません。一度疑ったプロです」。※「誰にも言わず」がスペインの囚人と同じ決まり文句である点は、触れると気づく人だけ気づく置き方でよい。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この区間の「そうなんだ」：日本のAI詐欺はまだ「有名人のニセ動画」どまりで、一般人を狙う圧倒的な主役は「番号」。しかしその差は“材料の差”にすぎない——次は、番号偽装にAIが混ざってくる。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1.5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……あまり聞かないですよね」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、日本にもAI詐欺はあります。いま一番多いのは、有名人のニセ動画です。実業家や政治家の顔と声をAIで作って投資に誘う偽広告——このSNS型投資詐欺の被害は、2025年に1,200億円を超えました。続くのは、今年1月に摘発された海外拠点のグループ。AIが書いた台本と、警察官のニセ映像で、日本の8人から約1,900万円——数えるほどで、このくらいです。皆さんのご家族の声をまねた詐欺が日本で確認された、という報道はまだありません。統計にも“AI詐欺”という欄はまだない。では、一般の私たちを狙う詐欺で、いま圧倒的に多いのは何か」。※摘発例は「予測」で“もう始まっている”として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答えは、警察の偽番号です。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有名人の話か』と安心しかけたところで——海外の話です。アメリカでは、FBIやFTCといった当局が『生成AIを使った詐欺』への警告を公式に出しています。しかも標的は有名人ではありません。家族の声をまねた音声クローン詐欺——ごく一般の家庭を狙う相談が、実際に増えているんで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拍おいて、ゆっくり。「しかも標的は、有名人ではありません。家族の声をまねた音声クローン詐欺——皆さんと同じ、ごく一般の家庭が狙われています」。ここが第2部後半の転調点。次の「なぜ日本は有名人ばかりなのか（材料の差）」への引き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日本は有名人ばかりで、海外は一般の家庭まで進んでいるのか。差は、材料です。有名人の顔と声は、ネット上に無限に転がっている。私たち一般人のデータはまだ少ない——狙われていないのではなく、後回しになっているだけです。でもAIは、数十秒の音声があれば本人そっくりを作れるようになりました。この時間差は、必ず埋ま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そして埋まるときも、番号偽装が消えてAIに置き換わるわけではありません。いまある型に、AIが“混ざって”きます。さっきの1月の摘発——AIの台本と警察官のニセ映像——は、もうその始まりです。『0110』の番号表示で信じさせて、本人そっくりの声でとどめを刺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（会社名・講師名・日付）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・皆さんのお金が安全に動く仕組みを、毎日支えている会社です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・FXなどの金融口座の開設は、スマホで完結する「電子身分証明（eKYC）」が当たり前に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・その顔認証を、ディープフェイクの顔で突破しようとするケースが増えてきている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今日は、何も売りません——近い未来に訪れる「AI詐欺」から身を守る方法を、持って帰っていただくこと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昔よくあった詐欺メール——さっきの1億円と同じ形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・メールを送るのはタダ同然。高くつくのは、返信してきた相手と“人間の詐欺師”が何日もやり取りする部分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・途中で我に返る人に手間をかけると赤字——疑う人には、最初の一通で降りてもらいたい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・だから、わざと嘘くさく書く——“それでも信じる人”だけが返信してくる選別装置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「金持ちを助けて」——この商売、200年前から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・手口を一言でいうと——「囚われたお金持ちを助けてくれたら、財産の3分の1を差し上げます」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・19世紀、スペインから欧米の資産家に届いた手紙。のちに「スペインの囚人」と呼ばれる古典詐欺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昔のばらまき詐欺は、疑う人を最初からふるい落としていた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AI時代：ばらまきから、カスタムへ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・昔から、同じ嘘を大勢に送るのは「安い」／一人に合わせた嘘を作るのは「高い」——だから詐欺はばらまき型だった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・AIがその「高い作業」（相手を調べる・本物らしい文章や声を作る・受け答えする）を、タダ同然にした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・結果——ばらまきの安さのまま、一人ひとりに合わせた「カスタム詐欺」ができる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見え透いた嘘は、もう来ません。あなたに合わせた、賢い嘘が来ます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・香港支社の経理担当に、本社の財務責任者から「極秘の買収案件。誰にも言わず送金の準備を」というメール——彼は詐欺を疑った。プロだから当然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・確認のために入ったビデオ会議には、よく知る財務責任者と同僚たち。顔も声もいつも通り——信じて、15回に分けて送金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・会議にいたのは、本人以外すべてAIで作られたニセモノだった——被害 約38億円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疑わない人を“選ぶ”詐欺から、疑う人も“突破する”詐欺へ——ここまでが進化の理論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第2部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では、いまの日本は？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― 答え合わせ ―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「AI詐欺のニュース、あまり聞かないですよね」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・……あまり聞かないですよね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実は、あるにはあります——ただし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出典：警察庁統計・報道／毎日新聞（2026年1月29日）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・いま目立つのは「有名人のニセ動画」——SNSで投資に誘う偽広告（この手のSNS型投資詐欺は全体で被害1,200億円超・2025年）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・続くのは、警察官を装う海外拠点の詐欺グループ——AIで台本とニセ警察官の映像を作り、日本人に電話（2026年1月摘発・被害約1,900万円）——このくらい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・「家族の声をまねた詐欺」が日本で確認された報道はまだない（統計に「AI詐欺」の欄もない）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圧倒的に多いのは、警察の偽番号。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64592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1038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4696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うち特殊詐欺（電話などのなりすまし型）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4696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1970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5628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特殊詐欺の約7割＝約1,005億円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5628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29023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5600"/>
            <a:ext cx="338328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手口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65600"/>
            <a:ext cx="717804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で始まる国際電話から、警察署そっくりの番号（末尾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0110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）を偽装表示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そして、海外では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・アメリカでは 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・音声クローン詐欺——ごく一般の家庭を狙う相談が、実際に増えている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標的は、有名人ではない。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家族の声をまねた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「音声クローン詐欺」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なぜ、日本は有名人ばかりなのか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・差は「材料」——有名人の顔と声は、ネットに無限に転がっている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・一般人は、集めやすい素材が少ないぶん後回しになっているだけ——狙われていないのではない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・AIは数十秒の音声で「本人そっくり」を作れる——この時間差は、必ず埋まる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「0110」の番号表示で警察だと信じさせ、AIの映像と受け答えで疑いを封じる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・はじめに会場で挙げてもらった“本人らしさ”——話し方や雰囲気も、相手がこちらに合わせて作ってくる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着信履歴は使わない／警察への相談は全国共通の相談専用電話「#9110」／家族はもともと知っている番号へ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・毎日新聞「AIで『ニセ警察詐欺』か」2026年1月29日（AI台本＋警察官のニセ映像の摘発例）／KAB「被害1200億円超…ディープフェイク動画による詐欺広告」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
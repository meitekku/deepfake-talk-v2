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FXなどの金融口座の開設は、いまはスマホだけで本人確認が終わる『電子身分証明（eKYC）』が当たり前になりました。ところが最近、その顔認証を、ディープフェイクの顔でくぐり抜けようとするケースが増えてきています。私たちは毎日、その攻防の現場にいます」。※eKYC突破の試行増加は本人確認ベンダー各社の公開レポートにある業界公知の動向。自社の具体事例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ペインの囚人の物語を語る（台本は構成案ページ第1部参照）。「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——同じ嘘を何十万人にばらまいて、引っかかる人を待つ。逆に、特定の一人を調べ上げて専用の嘘を作る“オーダーメイドの詐欺”は、手間がかかりすぎて、大企業や大富豪を狙うときにしか割に合いませんでした」。※「誰にも言うな」は結論③手前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（中略）一人あたりの手間がほぼゼロになると、“オーダーメイドの詐欺”を何万人にも同時に仕掛けられる。公開情報・資産・肩書き・家族構成が外から見える人ほど、狙う価値が出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物語として語り、「被害は約38億円」で一拍おく。「騙されたのは、うっかり者ではありません。一度疑ったプロです」。※「何が起きたか」だけを語り、作り方には触れない。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（会社名・講師名・日付）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・皆さんのお金が安全に動く仕組みを、毎日支えている会社です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・FXなどの金融口座の開設は、スマホで完結する「電子身分証明（eKYC）」が当たり前に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・その顔認証を、ディープフェイクの顔で突破しようとするケースが増えてきている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・詐欺で一番コストがかかるのは、その後の「人間によるやり取り」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・疑う人は、最初の一通で外れてくれる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・「それでも信じる、いちばん疑わない人」だけが返信してくる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この商売、200年前から ―「スペインの囚人」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・19世紀、欧米の資産家に届いた手紙——「牢獄の高貴なお方を救えば、財産の3分の1を」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AI時代：ばらまきから、あなた専用へ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・大人数に同じ嘘 ＝ 安い ／ 一人専用の嘘 ＝ 高い（この経済学が詐欺の形を200年決めてきた）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・AIが「高い部分」——調べる・本物らしい文章や声を作る・応対する——を丸ごと肩代わり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・ばらまきの安さで、狙い撃ちの精度が手に入る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バカな嘘は、もう来ません。あなた専用の、賢い嘘が来ます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・財務責任者から「極秘案件」のメール——彼は疑った。プロだから当然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・ビデオ会議には、見慣れた財務責任者と同僚たち。顔も声もいつも通り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・15回に分けて送金——会議にいたのは、本人以外すべてニセモノ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第2部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では、いまの日本は？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― 答え合わせ ―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・いま一番多いのは「有名人のニセ動画」——投資に誘う偽広告。SNS型投資詐欺の被害は 1,200億円超（2025年・前年比+46.3%）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・続くのは、AIの台本＋警察官のニセ映像の海外拠点グループ（2026年1月摘発・被害約1,900万円）——このくらい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7172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757172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21636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86228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586228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50691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15284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その約7割＝約1,005億円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415284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079747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4434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犯行電話の最多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24434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で始まる国際電話・末尾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「0110」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・標的は有名人ではない——家族の声をまねた「音声クローン詐欺」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・一般人のデータはまだ少ない——狙われていないのではなく、後回しなだけ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「0110」の表示で信じさせ、本人そっくりの声でとどめを刺す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・最初に集めた「話し方」「雰囲気」——それも相手がこちらに合わせて作ってくる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このAIは断る。しかし——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・最初に集めた手がかり——声・話し方・内容・雰囲気・番号（板書を再掲）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着信履歴は使わない／警察相談は「#9110」／家族はもともと知っている番号へ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
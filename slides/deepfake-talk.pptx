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私たちは、皆さんのお金が動く現場に、3つの持ち場で立っています。1つ目は入口。FXなどの口座開設は、スマホだけで本人確認が終わる『電子身分証明（eKYC）』が当たり前になりましたが、最近、その顔認証をディープフェイクの顔でくぐり抜けようとするケースが増えています。2つ目は扉。盗んだパスワードで口座に入り込む不正ログインを、24時間監視して止めています。3つ目はお金の通り道。詐欺のお金は最後、必ずどこかへ移動します。その不自然な動きを見張るのが、マネーロンダリング監視です。——今日お話しするのは、この現場から見えている景色です」。※いずれも一般的な業務説明の範囲（eKYC突破増はベンダー公開レポート、口座乗っ取りは金融庁公表、AMLは法定義務）。自社の具体事案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先にお約束します——今日は、何も売りません。怖い話もしますが、このMTGの目的は一つ。近い未来に訪れる『AI詐欺』から身を守る方法を、持って帰っていただくことです」。※「売らない」を先に外すと以降の統計・実演が素直に入る（専門性×誠実さの信頼設計）。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・入口：スマホで完結する本人確認（eKYC）——その顔認証を、ディープフェイクの顔で突破しようとするケースが増えている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・扉：口座への不正ログイン——盗んだパスワードで入り込む攻撃を、24時間監視して止める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・お金の通り道：マネーロンダリング監視——詐欺のお金は最後、必ず“移動”する。その不自然な動きを見張る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今日は、何も売りません——近い未来に訪れる「AI詐欺」から身を守る方法を、持って帰っていただくこと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
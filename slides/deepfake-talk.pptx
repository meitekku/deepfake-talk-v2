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ペインの囚人の物語を語る（台本は構成案ページ第1部参照）。「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——同じ嘘を何十万人にばらまいて、引っかかる人を待つ。逆に、特定の一人を調べ上げて専用の嘘を作る“オーダーメイドの詐欺”は、手間がかかりすぎて、大企業や大富豪を狙うときにしか割に合いませんでした」。※「誰にも言うな」は結論③手前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（中略）一人あたりの手間がほぼゼロになると、“オーダーメイドの詐欺”を何万人にも同時に仕掛けられる。公開情報・資産・肩書き・家族構成が外から見える人ほど、狙う価値が出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物語として語り、「被害は約38億円」で一拍おく。「騙されたのは、うっかり者ではありません。一度疑ったプロです」。※「何が起きたか」だけを語り、作り方には触れない。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この区間の「そうなんだ」：日本のいまの主役はAIではなく「番号」。しかし米国ではAI詐欺への警告が公式化——次は、番号偽装にAIが混ざってくる。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舞台はメールから、電話に移ります。——こういう電話が来たら、何を手がかりに本人だと判断しますか？」。声・話し方・内容・雰囲気・番号など、出た答えを板書（模造紙かホワイトボード）。「この紙、最後にもう一度使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「第1部の話を聞くと、日本でも『AIの声にだまされた』というニュースが毎日出ていそうですよね。——皆さん、聞いたことはありますか？ ……ほとんどないと思います」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AIじゃないのか』と安心しかけたところで——アメリカの話です。（中略）つまり私たちは、アメリカとの時間差の中にいま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この時間差は、必ず埋まります。そして、その波が日本に来るときも、番号偽装が消えてAIに置き換わるわけではありません。いまある型に、AIが“混ざって”きま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・詐欺で一番コストがかかるのは、その後の「人間によるやり取り」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・疑う人は、最初の一通で外れてくれる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・「それでも信じる、いちばん疑わない人」だけが返信してくる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この商売、200年前から ―「スペインの囚人」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・19世紀、欧米の資産家に届いた手紙——「牢獄の高貴なお方を救えば、財産の3分の1を」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AI時代：ばらまきから、あなた専用へ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・大人数に同じ嘘 ＝ 安い ／ 一人専用の嘘 ＝ 高い（この経済学が詐欺の形を200年決めてきた）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・AIが「高い部分」——調べる・本物らしい文章や声を作る・応対する——を丸ごと肩代わり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・ばらまきの安さで、狙い撃ちの精度が手に入る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バカな嘘は、もう来ません。あなた専用の、賢い嘘が来ます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・財務責任者から「極秘案件」のメール——彼は疑った。プロだから当然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・ビデオ会議には、見慣れた財務責任者と同僚たち。顔も声もいつも通り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・15回に分けて送金——会議にいたのは、本人以外すべてニセモノ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「お母さん、俺だけど」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——何を手がかりに、本人だと判断しますか？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・日本の統計には「AI詐欺」という数字自体がまだない（手口別分類に欄がない）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・では、いまの日本で一番効いている「偽装」は何か？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答えは、番号。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7172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57172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21636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6228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86228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50691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5284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その約7割＝約1,005億円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415284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9747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4434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犯行電話の最多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4434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で始まる国際電話・末尾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「0110」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一方、アメリカでは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・家族の声をまねた「音声クローン詐欺」の相談が実際に増えている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・日本の統計に数字がないのは「起きていない」からではなく「まだ見えていない」から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「0110」の表示で信じさせ、本人そっくりの声でとどめを刺す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・最初に集めた「話し方」「雰囲気」——それも相手がこちらに合わせて作ってくる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着信履歴は使わない／警察相談は「#9110」／家族はもともと知っている番号へ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